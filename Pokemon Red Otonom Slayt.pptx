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D6113-051A-4B57-A4E9-546E05CD6D7A}" v="71" dt="2026-04-13T16:18:21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aire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C3F3B98-CF9E-0F4E-7764-E603A006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CCC696F-3D58-A59E-BA8F-A89890B9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0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 tipi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86B5CB4-73B0-3C90-BCAA-76682C33A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7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ekran, görüntüleme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642256D-4587-4C27-E0EF-A3063708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0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6827A2-47B5-6DAD-79A9-9C87CDA1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4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6AF046F-7BAE-1D50-C1AB-A77556007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2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D0476B1-19AE-DEBF-961B-CB1A8EFC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5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64B5660-2E18-4E55-B4C7-CC2150F8D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41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D23683-E8B4-FEE5-61B1-1064E3854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65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E9D8853-EF0E-3533-995B-D5407B6B2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9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 tipi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1BC3D31-1F27-2808-F875-EB9AFEE3F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24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BD4B0B-0701-570D-0B60-46A947956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8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</cp:revision>
  <dcterms:created xsi:type="dcterms:W3CDTF">2026-04-13T16:15:31Z</dcterms:created>
  <dcterms:modified xsi:type="dcterms:W3CDTF">2026-04-13T16:18:37Z</dcterms:modified>
</cp:coreProperties>
</file>